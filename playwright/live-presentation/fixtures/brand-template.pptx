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>
                <a:solidFill>
                  <a:srgbClr val="243B53"/>
                </a:solidFill>
                <a:latin typeface="Arial"/>
              </a:defRPr>
            </a:pPr>
            <a:r>
              <a:t>Brand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43B53"/>
                </a:solidFill>
                <a:latin typeface="Arial"/>
              </a:defRPr>
            </a:pPr>
            <a:r>
              <a:t>Reference placeholder, not factual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>
                <a:solidFill>
                  <a:srgbClr val="243B53"/>
                </a:solidFill>
                <a:latin typeface="Arial"/>
              </a:defRPr>
            </a:pPr>
            <a:r>
              <a:t>Brand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43B53"/>
                </a:solidFill>
                <a:latin typeface="Arial"/>
              </a:defRPr>
            </a:pPr>
            <a:r>
              <a:t>Replace this reference text with authorized source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 reuse acceptance">
  <a:themeElements>
    <a:clrScheme name="Office">
      <a:dk1>
        <a:srgbClr val="243B53"/>
      </a:dk1>
      <a:lt1>
        <a:srgbClr val="FFFFFF"/>
      </a:lt1>
      <a:dk2>
        <a:srgbClr val="1F497D"/>
      </a:dk2>
      <a:lt2>
        <a:srgbClr val="EEECE1"/>
      </a:lt2>
      <a:accent1>
        <a:srgbClr val="1F7A8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